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5BA7CB-0F62-44A2-8751-A4446A12756B}" v="201" dt="2020-07-30T04:56:13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4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ama asako" userId="91b7d83d1f873051" providerId="LiveId" clId="{265BA7CB-0F62-44A2-8751-A4446A12756B}"/>
    <pc:docChg chg="undo custSel addSld modSld">
      <pc:chgData name="toyama asako" userId="91b7d83d1f873051" providerId="LiveId" clId="{265BA7CB-0F62-44A2-8751-A4446A12756B}" dt="2020-07-30T04:56:16.210" v="978" actId="1076"/>
      <pc:docMkLst>
        <pc:docMk/>
      </pc:docMkLst>
      <pc:sldChg chg="addSp modSp mod">
        <pc:chgData name="toyama asako" userId="91b7d83d1f873051" providerId="LiveId" clId="{265BA7CB-0F62-44A2-8751-A4446A12756B}" dt="2020-07-29T03:13:45.203" v="20" actId="1076"/>
        <pc:sldMkLst>
          <pc:docMk/>
          <pc:sldMk cId="1761532066" sldId="257"/>
        </pc:sldMkLst>
        <pc:spChg chg="add mod">
          <ac:chgData name="toyama asako" userId="91b7d83d1f873051" providerId="LiveId" clId="{265BA7CB-0F62-44A2-8751-A4446A12756B}" dt="2020-07-29T03:13:45.203" v="20" actId="1076"/>
          <ac:spMkLst>
            <pc:docMk/>
            <pc:sldMk cId="1761532066" sldId="257"/>
            <ac:spMk id="10" creationId="{65A662FB-763A-46B8-807D-EB61D356CA03}"/>
          </ac:spMkLst>
        </pc:spChg>
      </pc:sldChg>
      <pc:sldChg chg="addSp modSp mod">
        <pc:chgData name="toyama asako" userId="91b7d83d1f873051" providerId="LiveId" clId="{265BA7CB-0F62-44A2-8751-A4446A12756B}" dt="2020-07-29T03:13:34.475" v="18" actId="14100"/>
        <pc:sldMkLst>
          <pc:docMk/>
          <pc:sldMk cId="2943482951" sldId="258"/>
        </pc:sldMkLst>
        <pc:spChg chg="add mod">
          <ac:chgData name="toyama asako" userId="91b7d83d1f873051" providerId="LiveId" clId="{265BA7CB-0F62-44A2-8751-A4446A12756B}" dt="2020-07-29T03:13:34.475" v="18" actId="14100"/>
          <ac:spMkLst>
            <pc:docMk/>
            <pc:sldMk cId="2943482951" sldId="258"/>
            <ac:spMk id="15" creationId="{0FE898B6-21AE-45DD-9427-ED8199363795}"/>
          </ac:spMkLst>
        </pc:spChg>
      </pc:sldChg>
      <pc:sldChg chg="delSp mod">
        <pc:chgData name="toyama asako" userId="91b7d83d1f873051" providerId="LiveId" clId="{265BA7CB-0F62-44A2-8751-A4446A12756B}" dt="2020-07-29T03:12:14.028" v="0" actId="478"/>
        <pc:sldMkLst>
          <pc:docMk/>
          <pc:sldMk cId="3784633624" sldId="259"/>
        </pc:sldMkLst>
        <pc:spChg chg="del">
          <ac:chgData name="toyama asako" userId="91b7d83d1f873051" providerId="LiveId" clId="{265BA7CB-0F62-44A2-8751-A4446A12756B}" dt="2020-07-29T03:12:14.028" v="0" actId="478"/>
          <ac:spMkLst>
            <pc:docMk/>
            <pc:sldMk cId="3784633624" sldId="259"/>
            <ac:spMk id="3" creationId="{4F3B46F0-5D91-43E8-8F13-1B8666AC5027}"/>
          </ac:spMkLst>
        </pc:spChg>
      </pc:sldChg>
      <pc:sldChg chg="addSp delSp modSp add mod">
        <pc:chgData name="toyama asako" userId="91b7d83d1f873051" providerId="LiveId" clId="{265BA7CB-0F62-44A2-8751-A4446A12756B}" dt="2020-07-30T04:55:47.198" v="970" actId="20577"/>
        <pc:sldMkLst>
          <pc:docMk/>
          <pc:sldMk cId="1619912167" sldId="260"/>
        </pc:sldMkLst>
        <pc:spChg chg="mod">
          <ac:chgData name="toyama asako" userId="91b7d83d1f873051" providerId="LiveId" clId="{265BA7CB-0F62-44A2-8751-A4446A12756B}" dt="2020-07-30T04:55:47.198" v="970" actId="20577"/>
          <ac:spMkLst>
            <pc:docMk/>
            <pc:sldMk cId="1619912167" sldId="260"/>
            <ac:spMk id="2" creationId="{A1D5F977-5696-41DA-98B0-4C332695417D}"/>
          </ac:spMkLst>
        </pc:spChg>
        <pc:picChg chg="add del">
          <ac:chgData name="toyama asako" userId="91b7d83d1f873051" providerId="LiveId" clId="{265BA7CB-0F62-44A2-8751-A4446A12756B}" dt="2020-07-29T03:13:16.243" v="11" actId="21"/>
          <ac:picMkLst>
            <pc:docMk/>
            <pc:sldMk cId="1619912167" sldId="260"/>
            <ac:picMk id="3" creationId="{58CF27DE-1108-47B0-92AA-FFE235AD6989}"/>
          </ac:picMkLst>
        </pc:picChg>
      </pc:sldChg>
      <pc:sldChg chg="addSp delSp modSp new mod">
        <pc:chgData name="toyama asako" userId="91b7d83d1f873051" providerId="LiveId" clId="{265BA7CB-0F62-44A2-8751-A4446A12756B}" dt="2020-07-30T04:56:16.210" v="978" actId="1076"/>
        <pc:sldMkLst>
          <pc:docMk/>
          <pc:sldMk cId="3279674334" sldId="261"/>
        </pc:sldMkLst>
        <pc:spChg chg="del">
          <ac:chgData name="toyama asako" userId="91b7d83d1f873051" providerId="LiveId" clId="{265BA7CB-0F62-44A2-8751-A4446A12756B}" dt="2020-07-29T03:13:20.881" v="14" actId="478"/>
          <ac:spMkLst>
            <pc:docMk/>
            <pc:sldMk cId="3279674334" sldId="261"/>
            <ac:spMk id="2" creationId="{1C92DDD9-A3EF-4425-9807-65C98EC645FE}"/>
          </ac:spMkLst>
        </pc:spChg>
        <pc:spChg chg="del">
          <ac:chgData name="toyama asako" userId="91b7d83d1f873051" providerId="LiveId" clId="{265BA7CB-0F62-44A2-8751-A4446A12756B}" dt="2020-07-29T03:13:22.683" v="15" actId="478"/>
          <ac:spMkLst>
            <pc:docMk/>
            <pc:sldMk cId="3279674334" sldId="261"/>
            <ac:spMk id="3" creationId="{D926B214-4411-47D7-B87C-584ECD688344}"/>
          </ac:spMkLst>
        </pc:spChg>
        <pc:spChg chg="add mod">
          <ac:chgData name="toyama asako" userId="91b7d83d1f873051" providerId="LiveId" clId="{265BA7CB-0F62-44A2-8751-A4446A12756B}" dt="2020-07-29T03:18:03.168" v="550" actId="1076"/>
          <ac:spMkLst>
            <pc:docMk/>
            <pc:sldMk cId="3279674334" sldId="261"/>
            <ac:spMk id="5" creationId="{BB928DAF-7866-478C-A69A-73580ED2D0E6}"/>
          </ac:spMkLst>
        </pc:spChg>
        <pc:spChg chg="add mod">
          <ac:chgData name="toyama asako" userId="91b7d83d1f873051" providerId="LiveId" clId="{265BA7CB-0F62-44A2-8751-A4446A12756B}" dt="2020-07-29T03:13:54.739" v="24" actId="1076"/>
          <ac:spMkLst>
            <pc:docMk/>
            <pc:sldMk cId="3279674334" sldId="261"/>
            <ac:spMk id="6" creationId="{64BE777B-EC9C-47B0-BB75-AEB657917863}"/>
          </ac:spMkLst>
        </pc:spChg>
        <pc:spChg chg="add mod">
          <ac:chgData name="toyama asako" userId="91b7d83d1f873051" providerId="LiveId" clId="{265BA7CB-0F62-44A2-8751-A4446A12756B}" dt="2020-07-30T04:56:00.320" v="976"/>
          <ac:spMkLst>
            <pc:docMk/>
            <pc:sldMk cId="3279674334" sldId="261"/>
            <ac:spMk id="8" creationId="{F67EADE3-2F57-4ABB-B1A5-66B30687C97B}"/>
          </ac:spMkLst>
        </pc:spChg>
        <pc:spChg chg="add mod">
          <ac:chgData name="toyama asako" userId="91b7d83d1f873051" providerId="LiveId" clId="{265BA7CB-0F62-44A2-8751-A4446A12756B}" dt="2020-07-29T03:16:33.664" v="266"/>
          <ac:spMkLst>
            <pc:docMk/>
            <pc:sldMk cId="3279674334" sldId="261"/>
            <ac:spMk id="9" creationId="{EC95A457-3713-46BA-80C6-AD24DA64E357}"/>
          </ac:spMkLst>
        </pc:spChg>
        <pc:spChg chg="add mod">
          <ac:chgData name="toyama asako" userId="91b7d83d1f873051" providerId="LiveId" clId="{265BA7CB-0F62-44A2-8751-A4446A12756B}" dt="2020-07-30T04:56:16.210" v="978" actId="1076"/>
          <ac:spMkLst>
            <pc:docMk/>
            <pc:sldMk cId="3279674334" sldId="261"/>
            <ac:spMk id="10" creationId="{BAB19590-ED5A-4075-9C50-FA8F389AE174}"/>
          </ac:spMkLst>
        </pc:spChg>
        <pc:spChg chg="add mod">
          <ac:chgData name="toyama asako" userId="91b7d83d1f873051" providerId="LiveId" clId="{265BA7CB-0F62-44A2-8751-A4446A12756B}" dt="2020-07-29T03:18:15.807" v="560" actId="1076"/>
          <ac:spMkLst>
            <pc:docMk/>
            <pc:sldMk cId="3279674334" sldId="261"/>
            <ac:spMk id="11" creationId="{D61D723E-8EF8-47EF-81FA-70A5A76207E6}"/>
          </ac:spMkLst>
        </pc:spChg>
        <pc:picChg chg="add del mod">
          <ac:chgData name="toyama asako" userId="91b7d83d1f873051" providerId="LiveId" clId="{265BA7CB-0F62-44A2-8751-A4446A12756B}" dt="2020-07-29T03:14:16.204" v="25" actId="478"/>
          <ac:picMkLst>
            <pc:docMk/>
            <pc:sldMk cId="3279674334" sldId="261"/>
            <ac:picMk id="4" creationId="{5A036E37-1FF6-4AEB-968E-9698061D96C8}"/>
          </ac:picMkLst>
        </pc:picChg>
        <pc:picChg chg="add mod ord">
          <ac:chgData name="toyama asako" userId="91b7d83d1f873051" providerId="LiveId" clId="{265BA7CB-0F62-44A2-8751-A4446A12756B}" dt="2020-07-29T03:18:01.005" v="549" actId="1076"/>
          <ac:picMkLst>
            <pc:docMk/>
            <pc:sldMk cId="3279674334" sldId="261"/>
            <ac:picMk id="7" creationId="{89064F39-8821-4194-BF3F-D6B2D11D720E}"/>
          </ac:picMkLst>
        </pc:picChg>
        <pc:picChg chg="add del mod">
          <ac:chgData name="toyama asako" userId="91b7d83d1f873051" providerId="LiveId" clId="{265BA7CB-0F62-44A2-8751-A4446A12756B}" dt="2020-07-29T03:16:26.339" v="234"/>
          <ac:picMkLst>
            <pc:docMk/>
            <pc:sldMk cId="3279674334" sldId="261"/>
            <ac:picMk id="10" creationId="{0B419CE9-8E69-4EFD-B6CF-246FB8AAB73D}"/>
          </ac:picMkLst>
        </pc:picChg>
      </pc:sldChg>
      <pc:sldChg chg="modSp new mod">
        <pc:chgData name="toyama asako" userId="91b7d83d1f873051" providerId="LiveId" clId="{265BA7CB-0F62-44A2-8751-A4446A12756B}" dt="2020-07-29T03:35:39.107" v="944" actId="6549"/>
        <pc:sldMkLst>
          <pc:docMk/>
          <pc:sldMk cId="3155960290" sldId="262"/>
        </pc:sldMkLst>
        <pc:spChg chg="mod">
          <ac:chgData name="toyama asako" userId="91b7d83d1f873051" providerId="LiveId" clId="{265BA7CB-0F62-44A2-8751-A4446A12756B}" dt="2020-07-29T03:33:38.036" v="628" actId="20577"/>
          <ac:spMkLst>
            <pc:docMk/>
            <pc:sldMk cId="3155960290" sldId="262"/>
            <ac:spMk id="2" creationId="{23F91D57-B02D-481D-835A-96B19DDCDE92}"/>
          </ac:spMkLst>
        </pc:spChg>
        <pc:spChg chg="mod">
          <ac:chgData name="toyama asako" userId="91b7d83d1f873051" providerId="LiveId" clId="{265BA7CB-0F62-44A2-8751-A4446A12756B}" dt="2020-07-29T03:35:39.107" v="944" actId="6549"/>
          <ac:spMkLst>
            <pc:docMk/>
            <pc:sldMk cId="3155960290" sldId="262"/>
            <ac:spMk id="3" creationId="{9D0D7F49-EAB7-4943-A853-6FB53D2313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123147-7366-4FB9-A8D1-24DDA605B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15FEF4-B31A-4BBC-8BD8-DE65B81D6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2AC9B6-500C-4929-B9CD-4382C482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DE586C-198B-4CB2-B26C-38B52E45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147D7-45B6-4B51-B5FA-79FD4431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79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CA821-7D40-4EB7-9ED2-45EF2749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90957C-57E3-49F9-BF7E-2A6590DD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F70BCE-7302-4E6F-AAAD-B25C6F46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290CFB-B4A8-424E-90AD-6FB77CD5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7D1BEF-BC59-4FA3-BA18-63959139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75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BD59D-9830-4598-845A-6948F2E3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CF7C0C-35E9-47CD-8628-C97C032A2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68349-652E-44D1-B7E5-52B72C44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35814-01E2-4FC3-9261-AEF0F2C6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CC0A92-3BF9-41DF-97B3-7297EF90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79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931C0-2B5A-47A5-9B62-E1155E71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BF7FF7-E3DE-4AF5-B2BE-9B817CA68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A9147F-9450-4301-9A11-4826FEE5D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5FFE96-6CBB-41A3-83AB-544D6DD9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1816B4-B7A0-4279-992D-D809E7C60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C887A2-CDDC-4897-A9A9-05024020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62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2A76F8-0D73-4B90-BA12-DB76E637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6E66B1-834B-41EC-88EB-6DDFAA85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F44C25-EA7A-4FF6-81A3-719092794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0A8463-979C-4F6E-B94C-CE588E4ED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30E3EF-2905-4C3B-A16D-A6664782F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593D8A-CBB8-473A-9BA2-CE4F7BBC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B34598-AB4A-4589-B0D0-78D18547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802822-293F-4377-A612-C13CD47E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94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07285B-15B3-4A3B-83BB-48BC4FF5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9F77B2-45C8-4BD9-BF25-4B87A224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B2C440-74DD-4DCA-BE5D-0B933DA7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FD8077A-68C3-4B48-A02E-4612435C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70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DD0180-61E8-4D60-9AC3-3CAB1F72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1E8742-7935-4C06-92E7-0415535A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0AE144-BC62-47F1-8409-8BEE5C67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0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498FAB-0E52-4565-8BBB-AEAEC220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DE31E5-4A54-4E2F-9DFC-A848BD4D2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91444E-86B5-4F73-B9CA-AE28FD7CC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4EFF79-2F2F-4905-9CBB-8F65DB5B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BCC5A8-076B-4C62-9029-9D2B40B4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3C5AC4-96BA-4638-92EB-061A5362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016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322FD-351E-4215-9E15-98D2D423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CD59AC-75C5-4791-8B1B-0A0BE7620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019DCE-898A-454A-8F1B-B07C227AB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289F49-963C-4184-850B-8DE93839F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FEE929-137E-465A-A7E5-6CB05C6B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556D5E-C5C9-442C-8C4B-09177CC5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41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79A741-816C-43D9-8D6D-2AF2A505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045508-950B-4F48-8F50-A64232BD6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960611-2ACA-4B56-A2B1-E8735A6F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F0A8E8-B80F-4AC6-A607-C245FF72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391DFA-9A57-46DA-85BC-9B4C272A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98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B56FB2C-BD8A-4712-B3BB-6AB2B6E91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52FB54-4B9E-435E-A743-F388BD9BC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4D7D48-77DC-41C2-8CE7-E5833516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277F09-2B3D-4EC5-88C3-37DB4525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585B84-9601-4DB0-82F3-0CBE3B29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300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605F10-7B31-4B18-BBCB-F517D088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026C0D-D177-4AE7-9ADB-CA6F202A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EDF4F6-2DE4-40A9-8D96-E8789F71B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FD693-AF49-4AC4-8C7A-2FEBD698C6CA}" type="datetimeFigureOut">
              <a:rPr kumimoji="1" lang="ja-JP" altLang="en-US" smtClean="0"/>
              <a:t>2020/7/30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09CC8-C0FE-4800-A895-F3E9E3FB4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8A9886-B7FC-4AFF-A63B-F522B6FEE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A4F24-4995-4D15-A106-FC0C22757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06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sychopy.org/api/even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5F977-5696-41DA-98B0-4C3326954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trial</a:t>
            </a:r>
            <a:r>
              <a:rPr lang="ja-JP" altLang="en-US" dirty="0"/>
              <a:t>ルーティーン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463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5F8B7A7-7D3C-4955-A67B-1D81A3655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90" y="209550"/>
            <a:ext cx="9077325" cy="6648450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F19BE2FA-CC16-4E8A-82E3-5CECFDC4C6DE}"/>
              </a:ext>
            </a:extLst>
          </p:cNvPr>
          <p:cNvSpPr/>
          <p:nvPr/>
        </p:nvSpPr>
        <p:spPr>
          <a:xfrm>
            <a:off x="238490" y="502749"/>
            <a:ext cx="832705" cy="6418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449C672-EC85-40CD-89D1-AA784BE403BA}"/>
              </a:ext>
            </a:extLst>
          </p:cNvPr>
          <p:cNvSpPr/>
          <p:nvPr/>
        </p:nvSpPr>
        <p:spPr>
          <a:xfrm>
            <a:off x="782152" y="1710287"/>
            <a:ext cx="2033587" cy="6418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8298108-F649-48B4-BE92-B0AD02478039}"/>
              </a:ext>
            </a:extLst>
          </p:cNvPr>
          <p:cNvSpPr/>
          <p:nvPr/>
        </p:nvSpPr>
        <p:spPr>
          <a:xfrm>
            <a:off x="1380392" y="3024554"/>
            <a:ext cx="395654" cy="172329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8770208-5AB2-4083-868C-A803A7F2108C}"/>
              </a:ext>
            </a:extLst>
          </p:cNvPr>
          <p:cNvSpPr/>
          <p:nvPr/>
        </p:nvSpPr>
        <p:spPr>
          <a:xfrm>
            <a:off x="5721225" y="5272576"/>
            <a:ext cx="1224698" cy="42483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308E054-D817-4ED9-829D-CB5AD1D0CEB2}"/>
              </a:ext>
            </a:extLst>
          </p:cNvPr>
          <p:cNvCxnSpPr/>
          <p:nvPr/>
        </p:nvCxnSpPr>
        <p:spPr>
          <a:xfrm>
            <a:off x="1776046" y="3851031"/>
            <a:ext cx="3859823" cy="159140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71A7A833-1323-4617-B1B2-4B135E3EB6F6}"/>
              </a:ext>
            </a:extLst>
          </p:cNvPr>
          <p:cNvSpPr/>
          <p:nvPr/>
        </p:nvSpPr>
        <p:spPr>
          <a:xfrm>
            <a:off x="7112977" y="5272576"/>
            <a:ext cx="545123" cy="846870"/>
          </a:xfrm>
          <a:prstGeom prst="rightBrac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02252F-03B7-48F5-9A02-D86B00FF2F87}"/>
              </a:ext>
            </a:extLst>
          </p:cNvPr>
          <p:cNvSpPr txBox="1"/>
          <p:nvPr/>
        </p:nvSpPr>
        <p:spPr>
          <a:xfrm>
            <a:off x="8151731" y="5442438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ここを入れないと</a:t>
            </a:r>
            <a:endParaRPr kumimoji="1" lang="en-US" altLang="ja-JP" b="1" dirty="0"/>
          </a:p>
          <a:p>
            <a:r>
              <a:rPr lang="ja-JP" altLang="en-US" b="1" dirty="0"/>
              <a:t>記録がされないので注意</a:t>
            </a:r>
            <a:endParaRPr kumimoji="1" lang="ja-JP" altLang="en-US" b="1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FE898B6-21AE-45DD-9427-ED8199363795}"/>
              </a:ext>
            </a:extLst>
          </p:cNvPr>
          <p:cNvSpPr/>
          <p:nvPr/>
        </p:nvSpPr>
        <p:spPr>
          <a:xfrm>
            <a:off x="5251575" y="1581333"/>
            <a:ext cx="1325071" cy="528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348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B347CA0-6A89-4984-8763-0131F64A5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87" y="352425"/>
            <a:ext cx="10410825" cy="6153150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87B5241B-25A2-44E1-8A64-20F3A3E5F69E}"/>
              </a:ext>
            </a:extLst>
          </p:cNvPr>
          <p:cNvSpPr/>
          <p:nvPr/>
        </p:nvSpPr>
        <p:spPr>
          <a:xfrm>
            <a:off x="785812" y="720969"/>
            <a:ext cx="832705" cy="6418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38F9164-8CE3-40F2-A324-A24349EEC526}"/>
              </a:ext>
            </a:extLst>
          </p:cNvPr>
          <p:cNvSpPr/>
          <p:nvPr/>
        </p:nvSpPr>
        <p:spPr>
          <a:xfrm>
            <a:off x="1474544" y="2499946"/>
            <a:ext cx="2033587" cy="6418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C593AD-02F3-44F1-BE93-0A9C543D0CA9}"/>
              </a:ext>
            </a:extLst>
          </p:cNvPr>
          <p:cNvSpPr txBox="1"/>
          <p:nvPr/>
        </p:nvSpPr>
        <p:spPr>
          <a:xfrm>
            <a:off x="6889627" y="2107168"/>
            <a:ext cx="441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highlight>
                  <a:srgbClr val="FFFF00"/>
                </a:highlight>
              </a:rPr>
              <a:t>← </a:t>
            </a:r>
            <a:r>
              <a:rPr kumimoji="1" lang="en-US" altLang="ja-JP" b="1" dirty="0">
                <a:highlight>
                  <a:srgbClr val="FFFF00"/>
                </a:highlight>
              </a:rPr>
              <a:t>mouse</a:t>
            </a:r>
            <a:r>
              <a:rPr kumimoji="1" lang="ja-JP" altLang="en-US" b="1" dirty="0">
                <a:highlight>
                  <a:srgbClr val="FFFF00"/>
                </a:highlight>
              </a:rPr>
              <a:t>の名</a:t>
            </a:r>
            <a:r>
              <a:rPr kumimoji="1" lang="en-US" altLang="ja-JP" b="1" dirty="0"/>
              <a:t>.</a:t>
            </a:r>
            <a:r>
              <a:rPr kumimoji="1" lang="en-US" altLang="ja-JP" b="1" dirty="0" err="1"/>
              <a:t>isPressedIn</a:t>
            </a:r>
            <a:r>
              <a:rPr kumimoji="1" lang="en-US" altLang="ja-JP" b="1" dirty="0"/>
              <a:t>(</a:t>
            </a:r>
            <a:r>
              <a:rPr kumimoji="1" lang="ja-JP" altLang="en-US" b="1" dirty="0">
                <a:highlight>
                  <a:srgbClr val="FF00FF"/>
                </a:highlight>
              </a:rPr>
              <a:t>刺激の名前</a:t>
            </a:r>
            <a:r>
              <a:rPr kumimoji="1" lang="en-US" altLang="ja-JP" b="1" dirty="0"/>
              <a:t>)</a:t>
            </a:r>
            <a:endParaRPr kumimoji="1" lang="ja-JP" altLang="en-US" b="1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5A662FB-763A-46B8-807D-EB61D356CA03}"/>
              </a:ext>
            </a:extLst>
          </p:cNvPr>
          <p:cNvSpPr/>
          <p:nvPr/>
        </p:nvSpPr>
        <p:spPr>
          <a:xfrm>
            <a:off x="3862391" y="1229640"/>
            <a:ext cx="1325071" cy="528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53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5F977-5696-41DA-98B0-4C3326954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trial_chosen</a:t>
            </a:r>
            <a:r>
              <a:rPr lang="ja-JP" altLang="en-US" dirty="0"/>
              <a:t>ルーティーン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991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9064F39-8821-4194-BF3F-D6B2D11D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63" y="0"/>
            <a:ext cx="10173242" cy="6858000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BB928DAF-7866-478C-A69A-73580ED2D0E6}"/>
              </a:ext>
            </a:extLst>
          </p:cNvPr>
          <p:cNvSpPr/>
          <p:nvPr/>
        </p:nvSpPr>
        <p:spPr>
          <a:xfrm>
            <a:off x="1972044" y="4450557"/>
            <a:ext cx="1325071" cy="528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4BE777B-EC9C-47B0-BB75-AEB657917863}"/>
              </a:ext>
            </a:extLst>
          </p:cNvPr>
          <p:cNvSpPr/>
          <p:nvPr/>
        </p:nvSpPr>
        <p:spPr>
          <a:xfrm>
            <a:off x="4143745" y="1493410"/>
            <a:ext cx="1325071" cy="528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F67EADE3-2F57-4ABB-B1A5-66B30687C97B}"/>
              </a:ext>
            </a:extLst>
          </p:cNvPr>
          <p:cNvSpPr/>
          <p:nvPr/>
        </p:nvSpPr>
        <p:spPr>
          <a:xfrm>
            <a:off x="5591908" y="2831123"/>
            <a:ext cx="3815861" cy="597877"/>
          </a:xfrm>
          <a:prstGeom prst="wedgeRoundRectCallout">
            <a:avLst>
              <a:gd name="adj1" fmla="val -45943"/>
              <a:gd name="adj2" fmla="val 9632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今回はここを</a:t>
            </a:r>
            <a:r>
              <a:rPr lang="en-US" altLang="ja-JP" b="1" dirty="0">
                <a:solidFill>
                  <a:schemeClr val="tx1"/>
                </a:solidFill>
              </a:rPr>
              <a:t>trial</a:t>
            </a:r>
            <a:r>
              <a:rPr lang="ja-JP" altLang="en-US" b="1" dirty="0">
                <a:solidFill>
                  <a:schemeClr val="tx1"/>
                </a:solidFill>
              </a:rPr>
              <a:t>ルーテーンの</a:t>
            </a:r>
            <a:r>
              <a:rPr lang="en-US" altLang="ja-JP" b="1" dirty="0">
                <a:solidFill>
                  <a:schemeClr val="tx1"/>
                </a:solidFill>
              </a:rPr>
              <a:t>code</a:t>
            </a:r>
            <a:r>
              <a:rPr lang="ja-JP" altLang="en-US" b="1" dirty="0">
                <a:solidFill>
                  <a:schemeClr val="tx1"/>
                </a:solidFill>
              </a:rPr>
              <a:t>で</a:t>
            </a:r>
            <a:r>
              <a:rPr lang="en-US" altLang="ja-JP" b="1" dirty="0">
                <a:solidFill>
                  <a:schemeClr val="tx1"/>
                </a:solidFill>
              </a:rPr>
              <a:t>if</a:t>
            </a:r>
            <a:r>
              <a:rPr lang="ja-JP" altLang="en-US" b="1" dirty="0">
                <a:solidFill>
                  <a:schemeClr val="tx1"/>
                </a:solidFill>
              </a:rPr>
              <a:t>文を使って条件分けした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EC95A457-3713-46BA-80C6-AD24DA64E357}"/>
              </a:ext>
            </a:extLst>
          </p:cNvPr>
          <p:cNvSpPr/>
          <p:nvPr/>
        </p:nvSpPr>
        <p:spPr>
          <a:xfrm>
            <a:off x="5591908" y="4450557"/>
            <a:ext cx="3815861" cy="597877"/>
          </a:xfrm>
          <a:prstGeom prst="wedgeRoundRectCallout">
            <a:avLst>
              <a:gd name="adj1" fmla="val -57003"/>
              <a:gd name="adj2" fmla="val 13971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tx1"/>
                </a:solidFill>
              </a:rPr>
              <a:t>不透明に指定。好みで数値変える。</a:t>
            </a:r>
            <a:endParaRPr lang="en-US" altLang="ja-JP" b="1" dirty="0">
              <a:solidFill>
                <a:schemeClr val="tx1"/>
              </a:solidFill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D61D723E-8EF8-47EF-81FA-70A5A76207E6}"/>
              </a:ext>
            </a:extLst>
          </p:cNvPr>
          <p:cNvSpPr/>
          <p:nvPr/>
        </p:nvSpPr>
        <p:spPr>
          <a:xfrm>
            <a:off x="0" y="2831123"/>
            <a:ext cx="1856912" cy="2778370"/>
          </a:xfrm>
          <a:prstGeom prst="wedgeRoundRectCallout">
            <a:avLst>
              <a:gd name="adj1" fmla="val -17141"/>
              <a:gd name="adj2" fmla="val 514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u="sng" dirty="0">
                <a:solidFill>
                  <a:schemeClr val="tx1"/>
                </a:solidFill>
              </a:rPr>
              <a:t>刺激は，下の画像が上の画像の上に重ねられる形で表示される</a:t>
            </a:r>
            <a:r>
              <a:rPr lang="ja-JP" altLang="en-US" b="1" dirty="0">
                <a:solidFill>
                  <a:schemeClr val="tx1"/>
                </a:solidFill>
              </a:rPr>
              <a:t>。そのため，今回は，</a:t>
            </a:r>
            <a:r>
              <a:rPr lang="en-US" altLang="ja-JP" b="1" dirty="0">
                <a:solidFill>
                  <a:schemeClr val="tx1"/>
                </a:solidFill>
              </a:rPr>
              <a:t>gray1</a:t>
            </a:r>
            <a:r>
              <a:rPr lang="ja-JP" altLang="en-US" b="1" dirty="0">
                <a:solidFill>
                  <a:schemeClr val="tx1"/>
                </a:solidFill>
              </a:rPr>
              <a:t>と</a:t>
            </a:r>
            <a:r>
              <a:rPr lang="en-US" altLang="ja-JP" b="1" dirty="0">
                <a:solidFill>
                  <a:schemeClr val="tx1"/>
                </a:solidFill>
              </a:rPr>
              <a:t>gray2</a:t>
            </a:r>
            <a:r>
              <a:rPr lang="ja-JP" altLang="en-US" b="1" dirty="0">
                <a:solidFill>
                  <a:schemeClr val="tx1"/>
                </a:solidFill>
              </a:rPr>
              <a:t>の位置が一番下になるようにする。</a:t>
            </a:r>
            <a:endParaRPr lang="en-US" altLang="ja-JP" b="1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BAB19590-ED5A-4075-9C50-FA8F389AE174}"/>
              </a:ext>
            </a:extLst>
          </p:cNvPr>
          <p:cNvSpPr/>
          <p:nvPr/>
        </p:nvSpPr>
        <p:spPr>
          <a:xfrm>
            <a:off x="1706805" y="310662"/>
            <a:ext cx="832705" cy="6418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967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F91D57-B02D-481D-835A-96B19DDC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0D7F49-EAB7-4943-A853-6FB53D231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参照</a:t>
            </a:r>
            <a:r>
              <a:rPr kumimoji="1" lang="en-US" altLang="ja-JP" dirty="0"/>
              <a:t>URL</a:t>
            </a:r>
            <a:r>
              <a:rPr kumimoji="1" lang="ja-JP" altLang="en-US" dirty="0"/>
              <a:t>：</a:t>
            </a:r>
            <a:r>
              <a:rPr lang="en-US" altLang="ja-JP" dirty="0">
                <a:hlinkClick r:id="rId2"/>
              </a:rPr>
              <a:t>https://www.psychopy.org/api/event.html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お礼：名古屋大学情報学研究科の大庭君からの情報を元に作りました。ありがとう</a:t>
            </a:r>
            <a:r>
              <a:rPr lang="ja-JP" altLang="en-US" dirty="0"/>
              <a:t>～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5960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</Words>
  <Application>Microsoft Office PowerPoint</Application>
  <PresentationFormat>ワイド画面</PresentationFormat>
  <Paragraphs>12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trialルーティーン</vt:lpstr>
      <vt:lpstr>PowerPoint プレゼンテーション</vt:lpstr>
      <vt:lpstr>PowerPoint プレゼンテーション</vt:lpstr>
      <vt:lpstr>trial_chosenルーティーン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trialルーティーン</dc:title>
  <dc:creator>toyama asako</dc:creator>
  <cp:lastModifiedBy>toyama asako</cp:lastModifiedBy>
  <cp:revision>1</cp:revision>
  <dcterms:created xsi:type="dcterms:W3CDTF">2020-07-29T03:02:55Z</dcterms:created>
  <dcterms:modified xsi:type="dcterms:W3CDTF">2020-07-30T04:56:18Z</dcterms:modified>
</cp:coreProperties>
</file>